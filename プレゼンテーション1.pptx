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7DDC665-23C2-4860-9BB6-CE69419EE6C9}">
          <p14:sldIdLst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EE4A0-193F-47E0-8345-E676B2B02427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kumimoji="1" lang="ja-JP" altLang="en-US"/>
        </a:p>
      </dgm:t>
    </dgm:pt>
    <dgm:pt modelId="{244C3550-5054-4216-9452-6C3172B26BB0}">
      <dgm:prSet phldrT="[テキスト]" phldr="1"/>
      <dgm:spPr/>
      <dgm:t>
        <a:bodyPr/>
        <a:lstStyle/>
        <a:p>
          <a:endParaRPr kumimoji="1" lang="ja-JP" altLang="en-US"/>
        </a:p>
      </dgm:t>
    </dgm:pt>
    <dgm:pt modelId="{8330023F-C54E-428F-ACB1-D2787EA5DF2C}" type="parTrans" cxnId="{A4F7B070-96EF-4941-B3C5-5BB37DB8A10D}">
      <dgm:prSet/>
      <dgm:spPr/>
      <dgm:t>
        <a:bodyPr/>
        <a:lstStyle/>
        <a:p>
          <a:endParaRPr kumimoji="1" lang="ja-JP" altLang="en-US"/>
        </a:p>
      </dgm:t>
    </dgm:pt>
    <dgm:pt modelId="{B97E9B0C-B1E4-466E-8F64-FD8B2232C465}" type="sibTrans" cxnId="{A4F7B070-96EF-4941-B3C5-5BB37DB8A10D}">
      <dgm:prSet/>
      <dgm:spPr/>
      <dgm:t>
        <a:bodyPr/>
        <a:lstStyle/>
        <a:p>
          <a:endParaRPr kumimoji="1" lang="ja-JP" altLang="en-US"/>
        </a:p>
      </dgm:t>
    </dgm:pt>
    <dgm:pt modelId="{1F40028B-FCAC-4885-A786-0898C86ABC6B}">
      <dgm:prSet phldrT="[テキスト]" phldr="1"/>
      <dgm:spPr/>
      <dgm:t>
        <a:bodyPr/>
        <a:lstStyle/>
        <a:p>
          <a:endParaRPr kumimoji="1" lang="ja-JP" altLang="en-US"/>
        </a:p>
      </dgm:t>
    </dgm:pt>
    <dgm:pt modelId="{6BFD37AD-BFB7-47EA-95EF-69356A4DD22D}" type="parTrans" cxnId="{B3144C25-B9AB-440A-9F5C-D405CE628B52}">
      <dgm:prSet/>
      <dgm:spPr/>
      <dgm:t>
        <a:bodyPr/>
        <a:lstStyle/>
        <a:p>
          <a:endParaRPr kumimoji="1" lang="ja-JP" altLang="en-US"/>
        </a:p>
      </dgm:t>
    </dgm:pt>
    <dgm:pt modelId="{238E839C-6391-4E06-8165-B976929964A5}" type="sibTrans" cxnId="{B3144C25-B9AB-440A-9F5C-D405CE628B52}">
      <dgm:prSet/>
      <dgm:spPr/>
      <dgm:t>
        <a:bodyPr/>
        <a:lstStyle/>
        <a:p>
          <a:endParaRPr kumimoji="1" lang="ja-JP" altLang="en-US"/>
        </a:p>
      </dgm:t>
    </dgm:pt>
    <dgm:pt modelId="{EB3D79D1-F6BC-4465-BFA0-11F117E2BB19}">
      <dgm:prSet phldrT="[テキスト]" phldr="1"/>
      <dgm:spPr/>
      <dgm:t>
        <a:bodyPr/>
        <a:lstStyle/>
        <a:p>
          <a:endParaRPr kumimoji="1" lang="ja-JP" altLang="en-US"/>
        </a:p>
      </dgm:t>
    </dgm:pt>
    <dgm:pt modelId="{7E29A01F-A3CB-4158-9527-4AA690FA2302}" type="parTrans" cxnId="{57D72ACF-ED0C-48B4-BDAB-A3E026F6F364}">
      <dgm:prSet/>
      <dgm:spPr/>
      <dgm:t>
        <a:bodyPr/>
        <a:lstStyle/>
        <a:p>
          <a:endParaRPr kumimoji="1" lang="ja-JP" altLang="en-US"/>
        </a:p>
      </dgm:t>
    </dgm:pt>
    <dgm:pt modelId="{E3D66393-E476-45E8-B30D-17FE4E23F3FC}" type="sibTrans" cxnId="{57D72ACF-ED0C-48B4-BDAB-A3E026F6F364}">
      <dgm:prSet/>
      <dgm:spPr/>
      <dgm:t>
        <a:bodyPr/>
        <a:lstStyle/>
        <a:p>
          <a:endParaRPr kumimoji="1" lang="ja-JP" altLang="en-US"/>
        </a:p>
      </dgm:t>
    </dgm:pt>
    <dgm:pt modelId="{C14F84CE-DD02-47B2-808F-968CBB271842}">
      <dgm:prSet phldrT="[テキスト]" phldr="1"/>
      <dgm:spPr/>
      <dgm:t>
        <a:bodyPr/>
        <a:lstStyle/>
        <a:p>
          <a:endParaRPr kumimoji="1" lang="ja-JP" altLang="en-US"/>
        </a:p>
      </dgm:t>
    </dgm:pt>
    <dgm:pt modelId="{25629A9F-6420-4611-8CA4-AEA5F49D713A}" type="parTrans" cxnId="{EF7394C6-42EE-40FE-95B8-C15AB2229C34}">
      <dgm:prSet/>
      <dgm:spPr/>
      <dgm:t>
        <a:bodyPr/>
        <a:lstStyle/>
        <a:p>
          <a:endParaRPr kumimoji="1" lang="ja-JP" altLang="en-US"/>
        </a:p>
      </dgm:t>
    </dgm:pt>
    <dgm:pt modelId="{4DF3F302-6D24-4E80-AA7B-D765786B4981}" type="sibTrans" cxnId="{EF7394C6-42EE-40FE-95B8-C15AB2229C34}">
      <dgm:prSet/>
      <dgm:spPr/>
      <dgm:t>
        <a:bodyPr/>
        <a:lstStyle/>
        <a:p>
          <a:endParaRPr kumimoji="1" lang="ja-JP" altLang="en-US"/>
        </a:p>
      </dgm:t>
    </dgm:pt>
    <dgm:pt modelId="{DE1C277A-6542-4A5F-9EF3-861CE575B079}">
      <dgm:prSet phldrT="[テキスト]" phldr="1"/>
      <dgm:spPr/>
      <dgm:t>
        <a:bodyPr/>
        <a:lstStyle/>
        <a:p>
          <a:endParaRPr kumimoji="1" lang="ja-JP" altLang="en-US"/>
        </a:p>
      </dgm:t>
    </dgm:pt>
    <dgm:pt modelId="{93625B63-694E-4A51-B0A9-431D6F769F75}" type="parTrans" cxnId="{A6FE9515-A544-4786-B39B-3D293BD28196}">
      <dgm:prSet/>
      <dgm:spPr/>
      <dgm:t>
        <a:bodyPr/>
        <a:lstStyle/>
        <a:p>
          <a:endParaRPr kumimoji="1" lang="ja-JP" altLang="en-US"/>
        </a:p>
      </dgm:t>
    </dgm:pt>
    <dgm:pt modelId="{FCF4D3B5-9401-43FC-B954-1492EB7596E8}" type="sibTrans" cxnId="{A6FE9515-A544-4786-B39B-3D293BD28196}">
      <dgm:prSet/>
      <dgm:spPr/>
      <dgm:t>
        <a:bodyPr/>
        <a:lstStyle/>
        <a:p>
          <a:endParaRPr kumimoji="1" lang="ja-JP" altLang="en-US"/>
        </a:p>
      </dgm:t>
    </dgm:pt>
    <dgm:pt modelId="{032AB8A4-94A1-4EE1-A17C-1FE90E5D1E17}">
      <dgm:prSet phldrT="[テキスト]" phldr="1"/>
      <dgm:spPr/>
      <dgm:t>
        <a:bodyPr/>
        <a:lstStyle/>
        <a:p>
          <a:endParaRPr kumimoji="1" lang="ja-JP" altLang="en-US"/>
        </a:p>
      </dgm:t>
    </dgm:pt>
    <dgm:pt modelId="{F25C397F-A583-49BB-8E46-F44A67018895}" type="parTrans" cxnId="{B8207D5C-601E-4CF8-BD52-651CB4FD3E21}">
      <dgm:prSet/>
      <dgm:spPr/>
      <dgm:t>
        <a:bodyPr/>
        <a:lstStyle/>
        <a:p>
          <a:endParaRPr kumimoji="1" lang="ja-JP" altLang="en-US"/>
        </a:p>
      </dgm:t>
    </dgm:pt>
    <dgm:pt modelId="{C753798F-9B69-4CFB-820D-5ACDDC689B4F}" type="sibTrans" cxnId="{B8207D5C-601E-4CF8-BD52-651CB4FD3E21}">
      <dgm:prSet/>
      <dgm:spPr/>
      <dgm:t>
        <a:bodyPr/>
        <a:lstStyle/>
        <a:p>
          <a:endParaRPr kumimoji="1" lang="ja-JP" altLang="en-US"/>
        </a:p>
      </dgm:t>
    </dgm:pt>
    <dgm:pt modelId="{A21C98AC-74FD-4541-A145-F02EEC7C2B78}" type="pres">
      <dgm:prSet presAssocID="{E36EE4A0-193F-47E0-8345-E676B2B02427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816409E0-632E-432E-9FBD-7AC6CBDB749F}" type="pres">
      <dgm:prSet presAssocID="{244C3550-5054-4216-9452-6C3172B26BB0}" presName="ParentComposite" presStyleCnt="0"/>
      <dgm:spPr/>
    </dgm:pt>
    <dgm:pt modelId="{F995F20F-700C-44D9-B25F-CC5507A8A562}" type="pres">
      <dgm:prSet presAssocID="{244C3550-5054-4216-9452-6C3172B26BB0}" presName="Chord" presStyleLbl="bgShp" presStyleIdx="0" presStyleCnt="3"/>
      <dgm:spPr/>
    </dgm:pt>
    <dgm:pt modelId="{DE74E242-B932-47BD-A294-7C8992A33478}" type="pres">
      <dgm:prSet presAssocID="{244C3550-5054-4216-9452-6C3172B26BB0}" presName="Pie" presStyleLbl="alignNode1" presStyleIdx="0" presStyleCnt="3"/>
      <dgm:spPr/>
    </dgm:pt>
    <dgm:pt modelId="{FE89F8DF-732B-4C58-A4D0-BE4110265200}" type="pres">
      <dgm:prSet presAssocID="{244C3550-5054-4216-9452-6C3172B26BB0}" presName="Parent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4C0C6608-9B5F-4A76-AC70-295373CF18F8}" type="pres">
      <dgm:prSet presAssocID="{238E839C-6391-4E06-8165-B976929964A5}" presName="negSibTrans" presStyleCnt="0"/>
      <dgm:spPr/>
    </dgm:pt>
    <dgm:pt modelId="{E40B9DA2-97CC-4B8B-9CD3-CA1F7E5D133A}" type="pres">
      <dgm:prSet presAssocID="{244C3550-5054-4216-9452-6C3172B26BB0}" presName="composite" presStyleCnt="0"/>
      <dgm:spPr/>
    </dgm:pt>
    <dgm:pt modelId="{E44D74B7-F87F-4AB9-B751-5166B3E31A8A}" type="pres">
      <dgm:prSet presAssocID="{244C3550-5054-4216-9452-6C3172B26BB0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323CDB7E-CADB-4AE7-AC8D-6F06A8B76808}" type="pres">
      <dgm:prSet presAssocID="{B97E9B0C-B1E4-466E-8F64-FD8B2232C465}" presName="sibTrans" presStyleCnt="0"/>
      <dgm:spPr/>
    </dgm:pt>
    <dgm:pt modelId="{BFA46EA6-C4DD-45AC-A462-2082FCD45089}" type="pres">
      <dgm:prSet presAssocID="{EB3D79D1-F6BC-4465-BFA0-11F117E2BB19}" presName="ParentComposite" presStyleCnt="0"/>
      <dgm:spPr/>
    </dgm:pt>
    <dgm:pt modelId="{19035449-870A-4166-9287-2A8F95834BA7}" type="pres">
      <dgm:prSet presAssocID="{EB3D79D1-F6BC-4465-BFA0-11F117E2BB19}" presName="Chord" presStyleLbl="bgShp" presStyleIdx="1" presStyleCnt="3"/>
      <dgm:spPr/>
    </dgm:pt>
    <dgm:pt modelId="{AFE53018-9B8D-4212-A027-D1D19977E099}" type="pres">
      <dgm:prSet presAssocID="{EB3D79D1-F6BC-4465-BFA0-11F117E2BB19}" presName="Pie" presStyleLbl="alignNode1" presStyleIdx="1" presStyleCnt="3"/>
      <dgm:spPr/>
    </dgm:pt>
    <dgm:pt modelId="{9965D51C-3CB9-4811-9B03-3FF67D16966B}" type="pres">
      <dgm:prSet presAssocID="{EB3D79D1-F6BC-4465-BFA0-11F117E2BB19}" presName="Parent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C8547824-4312-45C2-AC32-C2C1BECB7C3C}" type="pres">
      <dgm:prSet presAssocID="{4DF3F302-6D24-4E80-AA7B-D765786B4981}" presName="negSibTrans" presStyleCnt="0"/>
      <dgm:spPr/>
    </dgm:pt>
    <dgm:pt modelId="{29E54EF2-EFD7-4DAA-A71E-3BBCE3444184}" type="pres">
      <dgm:prSet presAssocID="{EB3D79D1-F6BC-4465-BFA0-11F117E2BB19}" presName="composite" presStyleCnt="0"/>
      <dgm:spPr/>
    </dgm:pt>
    <dgm:pt modelId="{FDD0CF07-8B6B-4772-A6D8-EC5558D23EDB}" type="pres">
      <dgm:prSet presAssocID="{EB3D79D1-F6BC-4465-BFA0-11F117E2BB19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15C03E19-AB6D-4BD1-B49A-85AA9F2F1F33}" type="pres">
      <dgm:prSet presAssocID="{E3D66393-E476-45E8-B30D-17FE4E23F3FC}" presName="sibTrans" presStyleCnt="0"/>
      <dgm:spPr/>
    </dgm:pt>
    <dgm:pt modelId="{622BC54B-7068-44C8-B500-A2886D357CF6}" type="pres">
      <dgm:prSet presAssocID="{DE1C277A-6542-4A5F-9EF3-861CE575B079}" presName="ParentComposite" presStyleCnt="0"/>
      <dgm:spPr/>
    </dgm:pt>
    <dgm:pt modelId="{6B86C1AC-8DFD-421B-8792-E7B122F88849}" type="pres">
      <dgm:prSet presAssocID="{DE1C277A-6542-4A5F-9EF3-861CE575B079}" presName="Chord" presStyleLbl="bgShp" presStyleIdx="2" presStyleCnt="3"/>
      <dgm:spPr/>
    </dgm:pt>
    <dgm:pt modelId="{FBB89C3B-1E51-4082-B190-EDE9E6660F8C}" type="pres">
      <dgm:prSet presAssocID="{DE1C277A-6542-4A5F-9EF3-861CE575B079}" presName="Pie" presStyleLbl="alignNode1" presStyleIdx="2" presStyleCnt="3"/>
      <dgm:spPr/>
    </dgm:pt>
    <dgm:pt modelId="{22AA9AF2-CB53-4C71-BCA6-E32C7B8FB2D5}" type="pres">
      <dgm:prSet presAssocID="{DE1C277A-6542-4A5F-9EF3-861CE575B079}" presName="Parent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438439F4-B851-4EE8-AEE3-7E7883267B7A}" type="pres">
      <dgm:prSet presAssocID="{C753798F-9B69-4CFB-820D-5ACDDC689B4F}" presName="negSibTrans" presStyleCnt="0"/>
      <dgm:spPr/>
    </dgm:pt>
    <dgm:pt modelId="{BFB12D0E-2B41-4BC6-806E-3561EFEC2F50}" type="pres">
      <dgm:prSet presAssocID="{DE1C277A-6542-4A5F-9EF3-861CE575B079}" presName="composite" presStyleCnt="0"/>
      <dgm:spPr/>
    </dgm:pt>
    <dgm:pt modelId="{0683F573-8062-4229-BF3A-E122F49B4F3D}" type="pres">
      <dgm:prSet presAssocID="{DE1C277A-6542-4A5F-9EF3-861CE575B079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D1124315-5B9F-460C-A29C-528F2BAC22DE}" type="presOf" srcId="{E36EE4A0-193F-47E0-8345-E676B2B02427}" destId="{A21C98AC-74FD-4541-A145-F02EEC7C2B78}" srcOrd="0" destOrd="0" presId="urn:microsoft.com/office/officeart/2009/3/layout/PieProcess"/>
    <dgm:cxn modelId="{A6FE9515-A544-4786-B39B-3D293BD28196}" srcId="{E36EE4A0-193F-47E0-8345-E676B2B02427}" destId="{DE1C277A-6542-4A5F-9EF3-861CE575B079}" srcOrd="2" destOrd="0" parTransId="{93625B63-694E-4A51-B0A9-431D6F769F75}" sibTransId="{FCF4D3B5-9401-43FC-B954-1492EB7596E8}"/>
    <dgm:cxn modelId="{682FAB18-B704-4458-B262-0643B96CC652}" type="presOf" srcId="{EB3D79D1-F6BC-4465-BFA0-11F117E2BB19}" destId="{9965D51C-3CB9-4811-9B03-3FF67D16966B}" srcOrd="0" destOrd="0" presId="urn:microsoft.com/office/officeart/2009/3/layout/PieProcess"/>
    <dgm:cxn modelId="{B3144C25-B9AB-440A-9F5C-D405CE628B52}" srcId="{244C3550-5054-4216-9452-6C3172B26BB0}" destId="{1F40028B-FCAC-4885-A786-0898C86ABC6B}" srcOrd="0" destOrd="0" parTransId="{6BFD37AD-BFB7-47EA-95EF-69356A4DD22D}" sibTransId="{238E839C-6391-4E06-8165-B976929964A5}"/>
    <dgm:cxn modelId="{B8207D5C-601E-4CF8-BD52-651CB4FD3E21}" srcId="{DE1C277A-6542-4A5F-9EF3-861CE575B079}" destId="{032AB8A4-94A1-4EE1-A17C-1FE90E5D1E17}" srcOrd="0" destOrd="0" parTransId="{F25C397F-A583-49BB-8E46-F44A67018895}" sibTransId="{C753798F-9B69-4CFB-820D-5ACDDC689B4F}"/>
    <dgm:cxn modelId="{3257F14C-9108-4C90-9DFB-A021AE5F983E}" type="presOf" srcId="{244C3550-5054-4216-9452-6C3172B26BB0}" destId="{FE89F8DF-732B-4C58-A4D0-BE4110265200}" srcOrd="0" destOrd="0" presId="urn:microsoft.com/office/officeart/2009/3/layout/PieProcess"/>
    <dgm:cxn modelId="{A4F7B070-96EF-4941-B3C5-5BB37DB8A10D}" srcId="{E36EE4A0-193F-47E0-8345-E676B2B02427}" destId="{244C3550-5054-4216-9452-6C3172B26BB0}" srcOrd="0" destOrd="0" parTransId="{8330023F-C54E-428F-ACB1-D2787EA5DF2C}" sibTransId="{B97E9B0C-B1E4-466E-8F64-FD8B2232C465}"/>
    <dgm:cxn modelId="{F1FAD17B-5FF3-4161-9293-D375673E65FA}" type="presOf" srcId="{DE1C277A-6542-4A5F-9EF3-861CE575B079}" destId="{22AA9AF2-CB53-4C71-BCA6-E32C7B8FB2D5}" srcOrd="0" destOrd="0" presId="urn:microsoft.com/office/officeart/2009/3/layout/PieProcess"/>
    <dgm:cxn modelId="{B3165D92-0B7A-4ADE-AB2E-8D0B0B166118}" type="presOf" srcId="{032AB8A4-94A1-4EE1-A17C-1FE90E5D1E17}" destId="{0683F573-8062-4229-BF3A-E122F49B4F3D}" srcOrd="0" destOrd="0" presId="urn:microsoft.com/office/officeart/2009/3/layout/PieProcess"/>
    <dgm:cxn modelId="{AF648EBF-5985-4617-B93F-33257EF36B86}" type="presOf" srcId="{1F40028B-FCAC-4885-A786-0898C86ABC6B}" destId="{E44D74B7-F87F-4AB9-B751-5166B3E31A8A}" srcOrd="0" destOrd="0" presId="urn:microsoft.com/office/officeart/2009/3/layout/PieProcess"/>
    <dgm:cxn modelId="{EF7394C6-42EE-40FE-95B8-C15AB2229C34}" srcId="{EB3D79D1-F6BC-4465-BFA0-11F117E2BB19}" destId="{C14F84CE-DD02-47B2-808F-968CBB271842}" srcOrd="0" destOrd="0" parTransId="{25629A9F-6420-4611-8CA4-AEA5F49D713A}" sibTransId="{4DF3F302-6D24-4E80-AA7B-D765786B4981}"/>
    <dgm:cxn modelId="{57D72ACF-ED0C-48B4-BDAB-A3E026F6F364}" srcId="{E36EE4A0-193F-47E0-8345-E676B2B02427}" destId="{EB3D79D1-F6BC-4465-BFA0-11F117E2BB19}" srcOrd="1" destOrd="0" parTransId="{7E29A01F-A3CB-4158-9527-4AA690FA2302}" sibTransId="{E3D66393-E476-45E8-B30D-17FE4E23F3FC}"/>
    <dgm:cxn modelId="{A45100F7-E58F-4079-AF7A-13DCEE1ADCA2}" type="presOf" srcId="{C14F84CE-DD02-47B2-808F-968CBB271842}" destId="{FDD0CF07-8B6B-4772-A6D8-EC5558D23EDB}" srcOrd="0" destOrd="0" presId="urn:microsoft.com/office/officeart/2009/3/layout/PieProcess"/>
    <dgm:cxn modelId="{33B93943-540E-4243-A8E0-D226151463D5}" type="presParOf" srcId="{A21C98AC-74FD-4541-A145-F02EEC7C2B78}" destId="{816409E0-632E-432E-9FBD-7AC6CBDB749F}" srcOrd="0" destOrd="0" presId="urn:microsoft.com/office/officeart/2009/3/layout/PieProcess"/>
    <dgm:cxn modelId="{FC70E75D-4569-4455-94A0-FBE11FD5B2D5}" type="presParOf" srcId="{816409E0-632E-432E-9FBD-7AC6CBDB749F}" destId="{F995F20F-700C-44D9-B25F-CC5507A8A562}" srcOrd="0" destOrd="0" presId="urn:microsoft.com/office/officeart/2009/3/layout/PieProcess"/>
    <dgm:cxn modelId="{DCD6B446-EE05-43E1-A76B-E45B453C114E}" type="presParOf" srcId="{816409E0-632E-432E-9FBD-7AC6CBDB749F}" destId="{DE74E242-B932-47BD-A294-7C8992A33478}" srcOrd="1" destOrd="0" presId="urn:microsoft.com/office/officeart/2009/3/layout/PieProcess"/>
    <dgm:cxn modelId="{EE49C1AA-61FF-44D9-AA6C-C4338F9878A9}" type="presParOf" srcId="{816409E0-632E-432E-9FBD-7AC6CBDB749F}" destId="{FE89F8DF-732B-4C58-A4D0-BE4110265200}" srcOrd="2" destOrd="0" presId="urn:microsoft.com/office/officeart/2009/3/layout/PieProcess"/>
    <dgm:cxn modelId="{2161B9B8-94DE-46ED-9D40-BC8FDDC80357}" type="presParOf" srcId="{A21C98AC-74FD-4541-A145-F02EEC7C2B78}" destId="{4C0C6608-9B5F-4A76-AC70-295373CF18F8}" srcOrd="1" destOrd="0" presId="urn:microsoft.com/office/officeart/2009/3/layout/PieProcess"/>
    <dgm:cxn modelId="{592D156E-F491-4504-8BE6-C1CEE9FC0179}" type="presParOf" srcId="{A21C98AC-74FD-4541-A145-F02EEC7C2B78}" destId="{E40B9DA2-97CC-4B8B-9CD3-CA1F7E5D133A}" srcOrd="2" destOrd="0" presId="urn:microsoft.com/office/officeart/2009/3/layout/PieProcess"/>
    <dgm:cxn modelId="{69409504-E420-49D7-80BD-2CF32A50CD14}" type="presParOf" srcId="{E40B9DA2-97CC-4B8B-9CD3-CA1F7E5D133A}" destId="{E44D74B7-F87F-4AB9-B751-5166B3E31A8A}" srcOrd="0" destOrd="0" presId="urn:microsoft.com/office/officeart/2009/3/layout/PieProcess"/>
    <dgm:cxn modelId="{54FD22F8-A5F9-49C2-93C5-86342D8F9AA4}" type="presParOf" srcId="{A21C98AC-74FD-4541-A145-F02EEC7C2B78}" destId="{323CDB7E-CADB-4AE7-AC8D-6F06A8B76808}" srcOrd="3" destOrd="0" presId="urn:microsoft.com/office/officeart/2009/3/layout/PieProcess"/>
    <dgm:cxn modelId="{70F331DF-F398-4352-B978-0791ABCA2DA5}" type="presParOf" srcId="{A21C98AC-74FD-4541-A145-F02EEC7C2B78}" destId="{BFA46EA6-C4DD-45AC-A462-2082FCD45089}" srcOrd="4" destOrd="0" presId="urn:microsoft.com/office/officeart/2009/3/layout/PieProcess"/>
    <dgm:cxn modelId="{7257B4EC-754F-471E-96E6-C9B0B01170B5}" type="presParOf" srcId="{BFA46EA6-C4DD-45AC-A462-2082FCD45089}" destId="{19035449-870A-4166-9287-2A8F95834BA7}" srcOrd="0" destOrd="0" presId="urn:microsoft.com/office/officeart/2009/3/layout/PieProcess"/>
    <dgm:cxn modelId="{14E8AA30-357E-40AC-92DF-C0C5652A4FB7}" type="presParOf" srcId="{BFA46EA6-C4DD-45AC-A462-2082FCD45089}" destId="{AFE53018-9B8D-4212-A027-D1D19977E099}" srcOrd="1" destOrd="0" presId="urn:microsoft.com/office/officeart/2009/3/layout/PieProcess"/>
    <dgm:cxn modelId="{190D3464-EDEF-4906-8DD7-A29181B04B02}" type="presParOf" srcId="{BFA46EA6-C4DD-45AC-A462-2082FCD45089}" destId="{9965D51C-3CB9-4811-9B03-3FF67D16966B}" srcOrd="2" destOrd="0" presId="urn:microsoft.com/office/officeart/2009/3/layout/PieProcess"/>
    <dgm:cxn modelId="{AB342697-D827-4038-B0D9-2B4E42BFF555}" type="presParOf" srcId="{A21C98AC-74FD-4541-A145-F02EEC7C2B78}" destId="{C8547824-4312-45C2-AC32-C2C1BECB7C3C}" srcOrd="5" destOrd="0" presId="urn:microsoft.com/office/officeart/2009/3/layout/PieProcess"/>
    <dgm:cxn modelId="{26D3BAD1-0015-44C0-8D4F-156816D5677E}" type="presParOf" srcId="{A21C98AC-74FD-4541-A145-F02EEC7C2B78}" destId="{29E54EF2-EFD7-4DAA-A71E-3BBCE3444184}" srcOrd="6" destOrd="0" presId="urn:microsoft.com/office/officeart/2009/3/layout/PieProcess"/>
    <dgm:cxn modelId="{4631F548-BB08-4686-92EA-FCA20E3E0B8D}" type="presParOf" srcId="{29E54EF2-EFD7-4DAA-A71E-3BBCE3444184}" destId="{FDD0CF07-8B6B-4772-A6D8-EC5558D23EDB}" srcOrd="0" destOrd="0" presId="urn:microsoft.com/office/officeart/2009/3/layout/PieProcess"/>
    <dgm:cxn modelId="{A279F469-AA9F-45FC-AFFC-9328C3DA9D53}" type="presParOf" srcId="{A21C98AC-74FD-4541-A145-F02EEC7C2B78}" destId="{15C03E19-AB6D-4BD1-B49A-85AA9F2F1F33}" srcOrd="7" destOrd="0" presId="urn:microsoft.com/office/officeart/2009/3/layout/PieProcess"/>
    <dgm:cxn modelId="{76BD39E1-8864-445C-99A7-B1AE377CF194}" type="presParOf" srcId="{A21C98AC-74FD-4541-A145-F02EEC7C2B78}" destId="{622BC54B-7068-44C8-B500-A2886D357CF6}" srcOrd="8" destOrd="0" presId="urn:microsoft.com/office/officeart/2009/3/layout/PieProcess"/>
    <dgm:cxn modelId="{FD99B72D-BB20-4E73-8710-51F7B101ABE9}" type="presParOf" srcId="{622BC54B-7068-44C8-B500-A2886D357CF6}" destId="{6B86C1AC-8DFD-421B-8792-E7B122F88849}" srcOrd="0" destOrd="0" presId="urn:microsoft.com/office/officeart/2009/3/layout/PieProcess"/>
    <dgm:cxn modelId="{472A928E-3EE7-4F2A-8198-506EC9A6EBC0}" type="presParOf" srcId="{622BC54B-7068-44C8-B500-A2886D357CF6}" destId="{FBB89C3B-1E51-4082-B190-EDE9E6660F8C}" srcOrd="1" destOrd="0" presId="urn:microsoft.com/office/officeart/2009/3/layout/PieProcess"/>
    <dgm:cxn modelId="{D2FA7BC6-DA05-46D6-90CC-521D3EC13686}" type="presParOf" srcId="{622BC54B-7068-44C8-B500-A2886D357CF6}" destId="{22AA9AF2-CB53-4C71-BCA6-E32C7B8FB2D5}" srcOrd="2" destOrd="0" presId="urn:microsoft.com/office/officeart/2009/3/layout/PieProcess"/>
    <dgm:cxn modelId="{AA15FAEA-A80F-4359-8791-056D9A4CBE8F}" type="presParOf" srcId="{A21C98AC-74FD-4541-A145-F02EEC7C2B78}" destId="{438439F4-B851-4EE8-AEE3-7E7883267B7A}" srcOrd="9" destOrd="0" presId="urn:microsoft.com/office/officeart/2009/3/layout/PieProcess"/>
    <dgm:cxn modelId="{D88EDE74-50EB-42DD-97FC-F692959EEC0D}" type="presParOf" srcId="{A21C98AC-74FD-4541-A145-F02EEC7C2B78}" destId="{BFB12D0E-2B41-4BC6-806E-3561EFEC2F50}" srcOrd="10" destOrd="0" presId="urn:microsoft.com/office/officeart/2009/3/layout/PieProcess"/>
    <dgm:cxn modelId="{0BAC3E19-6503-4333-8BCA-B211341F6E1D}" type="presParOf" srcId="{BFB12D0E-2B41-4BC6-806E-3561EFEC2F50}" destId="{0683F573-8062-4229-BF3A-E122F49B4F3D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3BF617-DCB7-4FA2-871B-ED0A311F63BC}" type="doc">
      <dgm:prSet loTypeId="urn:microsoft.com/office/officeart/2005/8/layout/radial6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kumimoji="1" lang="ja-JP" altLang="en-US"/>
        </a:p>
      </dgm:t>
    </dgm:pt>
    <dgm:pt modelId="{9C428F36-770C-41C1-B37F-9926495B94C7}">
      <dgm:prSet phldrT="[テキスト]" custT="1"/>
      <dgm:spPr/>
      <dgm:t>
        <a:bodyPr/>
        <a:lstStyle/>
        <a:p>
          <a:r>
            <a:rPr kumimoji="1" lang="ja-JP" altLang="en-US" sz="1600" dirty="0"/>
            <a:t>顧客満足度の</a:t>
          </a:r>
          <a:endParaRPr kumimoji="1" lang="en-US" altLang="ja-JP" sz="1600" dirty="0"/>
        </a:p>
        <a:p>
          <a:r>
            <a:rPr kumimoji="1" lang="ja-JP" altLang="en-US" sz="1600" dirty="0"/>
            <a:t>向上</a:t>
          </a:r>
        </a:p>
      </dgm:t>
    </dgm:pt>
    <dgm:pt modelId="{1D5CCC15-583A-4626-8A9B-B2E81780BE78}" type="parTrans" cxnId="{FC4C6DE7-901E-4AFF-B2B9-5C271FBE088A}">
      <dgm:prSet/>
      <dgm:spPr/>
      <dgm:t>
        <a:bodyPr/>
        <a:lstStyle/>
        <a:p>
          <a:endParaRPr kumimoji="1" lang="ja-JP" altLang="en-US"/>
        </a:p>
      </dgm:t>
    </dgm:pt>
    <dgm:pt modelId="{E9791D26-5531-47C7-86C1-FB37E3939705}" type="sibTrans" cxnId="{FC4C6DE7-901E-4AFF-B2B9-5C271FBE088A}">
      <dgm:prSet/>
      <dgm:spPr/>
      <dgm:t>
        <a:bodyPr/>
        <a:lstStyle/>
        <a:p>
          <a:endParaRPr kumimoji="1" lang="ja-JP" altLang="en-US"/>
        </a:p>
      </dgm:t>
    </dgm:pt>
    <dgm:pt modelId="{F39C7937-9330-49F9-B7FA-06098CB64155}">
      <dgm:prSet phldrT="[テキスト]"/>
      <dgm:spPr/>
      <dgm:t>
        <a:bodyPr/>
        <a:lstStyle/>
        <a:p>
          <a:r>
            <a:rPr kumimoji="1" lang="ja-JP" altLang="en-US" dirty="0"/>
            <a:t>問い合わせ対応の改善</a:t>
          </a:r>
        </a:p>
      </dgm:t>
    </dgm:pt>
    <dgm:pt modelId="{81D3764B-D92A-4823-9F96-941826DB7A5B}" type="parTrans" cxnId="{D5844D39-64C6-4BEC-AD2F-E3EEC2477FDA}">
      <dgm:prSet/>
      <dgm:spPr/>
      <dgm:t>
        <a:bodyPr/>
        <a:lstStyle/>
        <a:p>
          <a:endParaRPr kumimoji="1" lang="ja-JP" altLang="en-US"/>
        </a:p>
      </dgm:t>
    </dgm:pt>
    <dgm:pt modelId="{526DBD38-AC02-4626-92BE-18FB8F786D3B}" type="sibTrans" cxnId="{D5844D39-64C6-4BEC-AD2F-E3EEC2477FDA}">
      <dgm:prSet/>
      <dgm:spPr/>
      <dgm:t>
        <a:bodyPr/>
        <a:lstStyle/>
        <a:p>
          <a:endParaRPr kumimoji="1" lang="ja-JP" altLang="en-US"/>
        </a:p>
      </dgm:t>
    </dgm:pt>
    <dgm:pt modelId="{898E6F2E-A222-44F4-BCC1-B9EF20B040D8}">
      <dgm:prSet phldrT="[テキスト]" phldr="1"/>
      <dgm:spPr/>
      <dgm:t>
        <a:bodyPr/>
        <a:lstStyle/>
        <a:p>
          <a:endParaRPr kumimoji="1" lang="ja-JP" altLang="en-US"/>
        </a:p>
      </dgm:t>
    </dgm:pt>
    <dgm:pt modelId="{FB62D7E0-8488-4028-BA01-2E230839EB96}" type="parTrans" cxnId="{B4C32217-07DD-4E9E-BB94-B63501BC0732}">
      <dgm:prSet/>
      <dgm:spPr/>
      <dgm:t>
        <a:bodyPr/>
        <a:lstStyle/>
        <a:p>
          <a:endParaRPr kumimoji="1" lang="ja-JP" altLang="en-US"/>
        </a:p>
      </dgm:t>
    </dgm:pt>
    <dgm:pt modelId="{9D37C20E-56A8-49A1-8035-2724F67398E8}" type="sibTrans" cxnId="{B4C32217-07DD-4E9E-BB94-B63501BC0732}">
      <dgm:prSet/>
      <dgm:spPr/>
      <dgm:t>
        <a:bodyPr/>
        <a:lstStyle/>
        <a:p>
          <a:endParaRPr kumimoji="1" lang="ja-JP" altLang="en-US"/>
        </a:p>
      </dgm:t>
    </dgm:pt>
    <dgm:pt modelId="{CD7332C7-9F63-4C1F-AF7B-2F9D1780171A}">
      <dgm:prSet phldrT="[テキスト]" phldr="1"/>
      <dgm:spPr/>
      <dgm:t>
        <a:bodyPr/>
        <a:lstStyle/>
        <a:p>
          <a:endParaRPr kumimoji="1" lang="ja-JP" altLang="en-US"/>
        </a:p>
      </dgm:t>
    </dgm:pt>
    <dgm:pt modelId="{8EB2F9DE-0476-4AE7-8C0E-8D36F65A7AA2}" type="parTrans" cxnId="{DD6427CE-0144-4FCE-B15B-03FE7B8DBE4D}">
      <dgm:prSet/>
      <dgm:spPr/>
      <dgm:t>
        <a:bodyPr/>
        <a:lstStyle/>
        <a:p>
          <a:endParaRPr kumimoji="1" lang="ja-JP" altLang="en-US"/>
        </a:p>
      </dgm:t>
    </dgm:pt>
    <dgm:pt modelId="{DFCE6A85-7038-4327-8860-1FA11498F38D}" type="sibTrans" cxnId="{DD6427CE-0144-4FCE-B15B-03FE7B8DBE4D}">
      <dgm:prSet/>
      <dgm:spPr/>
      <dgm:t>
        <a:bodyPr/>
        <a:lstStyle/>
        <a:p>
          <a:endParaRPr kumimoji="1" lang="ja-JP" altLang="en-US"/>
        </a:p>
      </dgm:t>
    </dgm:pt>
    <dgm:pt modelId="{D5DECDF7-919D-4450-BE85-72522FCF1192}">
      <dgm:prSet phldrT="[テキスト]" phldr="1"/>
      <dgm:spPr/>
      <dgm:t>
        <a:bodyPr/>
        <a:lstStyle/>
        <a:p>
          <a:endParaRPr kumimoji="1" lang="ja-JP" altLang="en-US" dirty="0"/>
        </a:p>
      </dgm:t>
    </dgm:pt>
    <dgm:pt modelId="{91ABC04A-5359-4351-9D03-170844D87684}" type="parTrans" cxnId="{5099D00B-2301-41D2-A806-6BE1EEDAE125}">
      <dgm:prSet/>
      <dgm:spPr/>
      <dgm:t>
        <a:bodyPr/>
        <a:lstStyle/>
        <a:p>
          <a:endParaRPr kumimoji="1" lang="ja-JP" altLang="en-US"/>
        </a:p>
      </dgm:t>
    </dgm:pt>
    <dgm:pt modelId="{5D744310-0FC3-4F7F-8C10-DE682C93C90C}" type="sibTrans" cxnId="{5099D00B-2301-41D2-A806-6BE1EEDAE125}">
      <dgm:prSet/>
      <dgm:spPr/>
      <dgm:t>
        <a:bodyPr/>
        <a:lstStyle/>
        <a:p>
          <a:endParaRPr kumimoji="1" lang="ja-JP" altLang="en-US"/>
        </a:p>
      </dgm:t>
    </dgm:pt>
    <dgm:pt modelId="{136EB432-D674-4828-B8E0-88C9CF249651}" type="pres">
      <dgm:prSet presAssocID="{6F3BF617-DCB7-4FA2-871B-ED0A311F63B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54D8EB2-50BA-4935-A2FA-1659170276FB}" type="pres">
      <dgm:prSet presAssocID="{9C428F36-770C-41C1-B37F-9926495B94C7}" presName="centerShape" presStyleLbl="node0" presStyleIdx="0" presStyleCnt="1" custLinFactNeighborX="0" custLinFactNeighborY="0"/>
      <dgm:spPr/>
    </dgm:pt>
    <dgm:pt modelId="{73E690B8-8E81-4453-9819-670DD5B65722}" type="pres">
      <dgm:prSet presAssocID="{F39C7937-9330-49F9-B7FA-06098CB64155}" presName="node" presStyleLbl="node1" presStyleIdx="0" presStyleCnt="4">
        <dgm:presLayoutVars>
          <dgm:bulletEnabled val="1"/>
        </dgm:presLayoutVars>
      </dgm:prSet>
      <dgm:spPr/>
    </dgm:pt>
    <dgm:pt modelId="{704207F5-D14C-4B0D-8604-BF792708A340}" type="pres">
      <dgm:prSet presAssocID="{F39C7937-9330-49F9-B7FA-06098CB64155}" presName="dummy" presStyleCnt="0"/>
      <dgm:spPr/>
    </dgm:pt>
    <dgm:pt modelId="{1410132A-ED9B-4FDA-A377-C9E418314B5D}" type="pres">
      <dgm:prSet presAssocID="{526DBD38-AC02-4626-92BE-18FB8F786D3B}" presName="sibTrans" presStyleLbl="sibTrans2D1" presStyleIdx="0" presStyleCnt="4"/>
      <dgm:spPr/>
    </dgm:pt>
    <dgm:pt modelId="{70150BF3-427E-4BD1-8D2B-A87010440070}" type="pres">
      <dgm:prSet presAssocID="{898E6F2E-A222-44F4-BCC1-B9EF20B040D8}" presName="node" presStyleLbl="node1" presStyleIdx="1" presStyleCnt="4">
        <dgm:presLayoutVars>
          <dgm:bulletEnabled val="1"/>
        </dgm:presLayoutVars>
      </dgm:prSet>
      <dgm:spPr/>
    </dgm:pt>
    <dgm:pt modelId="{55756891-E027-4C48-856F-8BD15327391D}" type="pres">
      <dgm:prSet presAssocID="{898E6F2E-A222-44F4-BCC1-B9EF20B040D8}" presName="dummy" presStyleCnt="0"/>
      <dgm:spPr/>
    </dgm:pt>
    <dgm:pt modelId="{17999541-57C8-4A39-8D37-BC719664D805}" type="pres">
      <dgm:prSet presAssocID="{9D37C20E-56A8-49A1-8035-2724F67398E8}" presName="sibTrans" presStyleLbl="sibTrans2D1" presStyleIdx="1" presStyleCnt="4"/>
      <dgm:spPr/>
    </dgm:pt>
    <dgm:pt modelId="{C5F22A93-3FAB-4DDA-BC13-7B5C506BD8F1}" type="pres">
      <dgm:prSet presAssocID="{CD7332C7-9F63-4C1F-AF7B-2F9D1780171A}" presName="node" presStyleLbl="node1" presStyleIdx="2" presStyleCnt="4">
        <dgm:presLayoutVars>
          <dgm:bulletEnabled val="1"/>
        </dgm:presLayoutVars>
      </dgm:prSet>
      <dgm:spPr/>
    </dgm:pt>
    <dgm:pt modelId="{04D1B0AD-26C8-470A-B6F8-FB10B0BBF372}" type="pres">
      <dgm:prSet presAssocID="{CD7332C7-9F63-4C1F-AF7B-2F9D1780171A}" presName="dummy" presStyleCnt="0"/>
      <dgm:spPr/>
    </dgm:pt>
    <dgm:pt modelId="{EFB82F4B-7697-4234-A043-6C7069AC33BD}" type="pres">
      <dgm:prSet presAssocID="{DFCE6A85-7038-4327-8860-1FA11498F38D}" presName="sibTrans" presStyleLbl="sibTrans2D1" presStyleIdx="2" presStyleCnt="4"/>
      <dgm:spPr/>
    </dgm:pt>
    <dgm:pt modelId="{CDEEAA6C-6463-4761-B920-810A5E35FF59}" type="pres">
      <dgm:prSet presAssocID="{D5DECDF7-919D-4450-BE85-72522FCF1192}" presName="node" presStyleLbl="node1" presStyleIdx="3" presStyleCnt="4">
        <dgm:presLayoutVars>
          <dgm:bulletEnabled val="1"/>
        </dgm:presLayoutVars>
      </dgm:prSet>
      <dgm:spPr/>
    </dgm:pt>
    <dgm:pt modelId="{D2BE6A90-1DAF-43B9-BB75-C69A15EA1F78}" type="pres">
      <dgm:prSet presAssocID="{D5DECDF7-919D-4450-BE85-72522FCF1192}" presName="dummy" presStyleCnt="0"/>
      <dgm:spPr/>
    </dgm:pt>
    <dgm:pt modelId="{90BC7335-8A4B-4247-B555-10CEAB6879EF}" type="pres">
      <dgm:prSet presAssocID="{5D744310-0FC3-4F7F-8C10-DE682C93C90C}" presName="sibTrans" presStyleLbl="sibTrans2D1" presStyleIdx="3" presStyleCnt="4"/>
      <dgm:spPr/>
    </dgm:pt>
  </dgm:ptLst>
  <dgm:cxnLst>
    <dgm:cxn modelId="{5099D00B-2301-41D2-A806-6BE1EEDAE125}" srcId="{9C428F36-770C-41C1-B37F-9926495B94C7}" destId="{D5DECDF7-919D-4450-BE85-72522FCF1192}" srcOrd="3" destOrd="0" parTransId="{91ABC04A-5359-4351-9D03-170844D87684}" sibTransId="{5D744310-0FC3-4F7F-8C10-DE682C93C90C}"/>
    <dgm:cxn modelId="{B4C32217-07DD-4E9E-BB94-B63501BC0732}" srcId="{9C428F36-770C-41C1-B37F-9926495B94C7}" destId="{898E6F2E-A222-44F4-BCC1-B9EF20B040D8}" srcOrd="1" destOrd="0" parTransId="{FB62D7E0-8488-4028-BA01-2E230839EB96}" sibTransId="{9D37C20E-56A8-49A1-8035-2724F67398E8}"/>
    <dgm:cxn modelId="{C1C78428-B3A7-4134-BF48-03F8087739B2}" type="presOf" srcId="{F39C7937-9330-49F9-B7FA-06098CB64155}" destId="{73E690B8-8E81-4453-9819-670DD5B65722}" srcOrd="0" destOrd="0" presId="urn:microsoft.com/office/officeart/2005/8/layout/radial6"/>
    <dgm:cxn modelId="{9720652E-D168-4669-87D0-CF9485ECC3E5}" type="presOf" srcId="{5D744310-0FC3-4F7F-8C10-DE682C93C90C}" destId="{90BC7335-8A4B-4247-B555-10CEAB6879EF}" srcOrd="0" destOrd="0" presId="urn:microsoft.com/office/officeart/2005/8/layout/radial6"/>
    <dgm:cxn modelId="{40263836-3E24-4A60-BBD1-A2699DD20305}" type="presOf" srcId="{D5DECDF7-919D-4450-BE85-72522FCF1192}" destId="{CDEEAA6C-6463-4761-B920-810A5E35FF59}" srcOrd="0" destOrd="0" presId="urn:microsoft.com/office/officeart/2005/8/layout/radial6"/>
    <dgm:cxn modelId="{D5844D39-64C6-4BEC-AD2F-E3EEC2477FDA}" srcId="{9C428F36-770C-41C1-B37F-9926495B94C7}" destId="{F39C7937-9330-49F9-B7FA-06098CB64155}" srcOrd="0" destOrd="0" parTransId="{81D3764B-D92A-4823-9F96-941826DB7A5B}" sibTransId="{526DBD38-AC02-4626-92BE-18FB8F786D3B}"/>
    <dgm:cxn modelId="{C021F83C-72BC-44DF-B482-346D4F0D95BF}" type="presOf" srcId="{9C428F36-770C-41C1-B37F-9926495B94C7}" destId="{F54D8EB2-50BA-4935-A2FA-1659170276FB}" srcOrd="0" destOrd="0" presId="urn:microsoft.com/office/officeart/2005/8/layout/radial6"/>
    <dgm:cxn modelId="{B3B2EB5E-51CC-455D-BC9E-2FF57E5CDF67}" type="presOf" srcId="{CD7332C7-9F63-4C1F-AF7B-2F9D1780171A}" destId="{C5F22A93-3FAB-4DDA-BC13-7B5C506BD8F1}" srcOrd="0" destOrd="0" presId="urn:microsoft.com/office/officeart/2005/8/layout/radial6"/>
    <dgm:cxn modelId="{ECE35F62-E40D-46E9-B927-D0FF04D3398D}" type="presOf" srcId="{9D37C20E-56A8-49A1-8035-2724F67398E8}" destId="{17999541-57C8-4A39-8D37-BC719664D805}" srcOrd="0" destOrd="0" presId="urn:microsoft.com/office/officeart/2005/8/layout/radial6"/>
    <dgm:cxn modelId="{59769945-B14F-4A2B-ACCC-E6235F9EEE4F}" type="presOf" srcId="{898E6F2E-A222-44F4-BCC1-B9EF20B040D8}" destId="{70150BF3-427E-4BD1-8D2B-A87010440070}" srcOrd="0" destOrd="0" presId="urn:microsoft.com/office/officeart/2005/8/layout/radial6"/>
    <dgm:cxn modelId="{088BAFB9-9EDC-4F0B-BACD-F1DC9BDCC501}" type="presOf" srcId="{526DBD38-AC02-4626-92BE-18FB8F786D3B}" destId="{1410132A-ED9B-4FDA-A377-C9E418314B5D}" srcOrd="0" destOrd="0" presId="urn:microsoft.com/office/officeart/2005/8/layout/radial6"/>
    <dgm:cxn modelId="{C69861C0-1866-4F29-A9E8-9C87B899C585}" type="presOf" srcId="{6F3BF617-DCB7-4FA2-871B-ED0A311F63BC}" destId="{136EB432-D674-4828-B8E0-88C9CF249651}" srcOrd="0" destOrd="0" presId="urn:microsoft.com/office/officeart/2005/8/layout/radial6"/>
    <dgm:cxn modelId="{DD6427CE-0144-4FCE-B15B-03FE7B8DBE4D}" srcId="{9C428F36-770C-41C1-B37F-9926495B94C7}" destId="{CD7332C7-9F63-4C1F-AF7B-2F9D1780171A}" srcOrd="2" destOrd="0" parTransId="{8EB2F9DE-0476-4AE7-8C0E-8D36F65A7AA2}" sibTransId="{DFCE6A85-7038-4327-8860-1FA11498F38D}"/>
    <dgm:cxn modelId="{3F8813DF-1E6A-46EB-890B-2EC61560A490}" type="presOf" srcId="{DFCE6A85-7038-4327-8860-1FA11498F38D}" destId="{EFB82F4B-7697-4234-A043-6C7069AC33BD}" srcOrd="0" destOrd="0" presId="urn:microsoft.com/office/officeart/2005/8/layout/radial6"/>
    <dgm:cxn modelId="{FC4C6DE7-901E-4AFF-B2B9-5C271FBE088A}" srcId="{6F3BF617-DCB7-4FA2-871B-ED0A311F63BC}" destId="{9C428F36-770C-41C1-B37F-9926495B94C7}" srcOrd="0" destOrd="0" parTransId="{1D5CCC15-583A-4626-8A9B-B2E81780BE78}" sibTransId="{E9791D26-5531-47C7-86C1-FB37E3939705}"/>
    <dgm:cxn modelId="{0B1AAC4D-72C0-4452-B981-A135611E26DF}" type="presParOf" srcId="{136EB432-D674-4828-B8E0-88C9CF249651}" destId="{F54D8EB2-50BA-4935-A2FA-1659170276FB}" srcOrd="0" destOrd="0" presId="urn:microsoft.com/office/officeart/2005/8/layout/radial6"/>
    <dgm:cxn modelId="{19AE384D-D219-4EBD-B8BD-C3D7E555D65E}" type="presParOf" srcId="{136EB432-D674-4828-B8E0-88C9CF249651}" destId="{73E690B8-8E81-4453-9819-670DD5B65722}" srcOrd="1" destOrd="0" presId="urn:microsoft.com/office/officeart/2005/8/layout/radial6"/>
    <dgm:cxn modelId="{71DE7B31-21E8-4FD0-95B1-D79216E60EEB}" type="presParOf" srcId="{136EB432-D674-4828-B8E0-88C9CF249651}" destId="{704207F5-D14C-4B0D-8604-BF792708A340}" srcOrd="2" destOrd="0" presId="urn:microsoft.com/office/officeart/2005/8/layout/radial6"/>
    <dgm:cxn modelId="{F0EB5D03-F92C-4B76-BF90-C4A93045A8EB}" type="presParOf" srcId="{136EB432-D674-4828-B8E0-88C9CF249651}" destId="{1410132A-ED9B-4FDA-A377-C9E418314B5D}" srcOrd="3" destOrd="0" presId="urn:microsoft.com/office/officeart/2005/8/layout/radial6"/>
    <dgm:cxn modelId="{4D7298A9-AF9A-4A45-BEE5-FF3ED6E548E5}" type="presParOf" srcId="{136EB432-D674-4828-B8E0-88C9CF249651}" destId="{70150BF3-427E-4BD1-8D2B-A87010440070}" srcOrd="4" destOrd="0" presId="urn:microsoft.com/office/officeart/2005/8/layout/radial6"/>
    <dgm:cxn modelId="{5F73F21A-60C1-43A3-8151-008BB55572C7}" type="presParOf" srcId="{136EB432-D674-4828-B8E0-88C9CF249651}" destId="{55756891-E027-4C48-856F-8BD15327391D}" srcOrd="5" destOrd="0" presId="urn:microsoft.com/office/officeart/2005/8/layout/radial6"/>
    <dgm:cxn modelId="{C14053C3-9551-4B30-BD3E-FB0D5E85D5B9}" type="presParOf" srcId="{136EB432-D674-4828-B8E0-88C9CF249651}" destId="{17999541-57C8-4A39-8D37-BC719664D805}" srcOrd="6" destOrd="0" presId="urn:microsoft.com/office/officeart/2005/8/layout/radial6"/>
    <dgm:cxn modelId="{49DF0021-C8DB-499B-9216-D3947DCF9DA4}" type="presParOf" srcId="{136EB432-D674-4828-B8E0-88C9CF249651}" destId="{C5F22A93-3FAB-4DDA-BC13-7B5C506BD8F1}" srcOrd="7" destOrd="0" presId="urn:microsoft.com/office/officeart/2005/8/layout/radial6"/>
    <dgm:cxn modelId="{E5E14CC5-9D75-49BF-BB95-3E2A702364E8}" type="presParOf" srcId="{136EB432-D674-4828-B8E0-88C9CF249651}" destId="{04D1B0AD-26C8-470A-B6F8-FB10B0BBF372}" srcOrd="8" destOrd="0" presId="urn:microsoft.com/office/officeart/2005/8/layout/radial6"/>
    <dgm:cxn modelId="{70E30FA2-604F-4FE9-A67E-E27BFB73AC3E}" type="presParOf" srcId="{136EB432-D674-4828-B8E0-88C9CF249651}" destId="{EFB82F4B-7697-4234-A043-6C7069AC33BD}" srcOrd="9" destOrd="0" presId="urn:microsoft.com/office/officeart/2005/8/layout/radial6"/>
    <dgm:cxn modelId="{12122B5C-A051-4E8F-B822-A1089950DF52}" type="presParOf" srcId="{136EB432-D674-4828-B8E0-88C9CF249651}" destId="{CDEEAA6C-6463-4761-B920-810A5E35FF59}" srcOrd="10" destOrd="0" presId="urn:microsoft.com/office/officeart/2005/8/layout/radial6"/>
    <dgm:cxn modelId="{C453888F-B7F4-4EF3-B5CD-E3CB8AD6A912}" type="presParOf" srcId="{136EB432-D674-4828-B8E0-88C9CF249651}" destId="{D2BE6A90-1DAF-43B9-BB75-C69A15EA1F78}" srcOrd="11" destOrd="0" presId="urn:microsoft.com/office/officeart/2005/8/layout/radial6"/>
    <dgm:cxn modelId="{685B3ABF-EABB-47A6-9E14-13420A6FE010}" type="presParOf" srcId="{136EB432-D674-4828-B8E0-88C9CF249651}" destId="{90BC7335-8A4B-4247-B555-10CEAB6879EF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5F20F-700C-44D9-B25F-CC5507A8A562}">
      <dsp:nvSpPr>
        <dsp:cNvPr id="0" name=""/>
        <dsp:cNvSpPr/>
      </dsp:nvSpPr>
      <dsp:spPr>
        <a:xfrm>
          <a:off x="3353" y="822854"/>
          <a:ext cx="943239" cy="94323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4E242-B932-47BD-A294-7C8992A33478}">
      <dsp:nvSpPr>
        <dsp:cNvPr id="0" name=""/>
        <dsp:cNvSpPr/>
      </dsp:nvSpPr>
      <dsp:spPr>
        <a:xfrm>
          <a:off x="97677" y="917178"/>
          <a:ext cx="754591" cy="754591"/>
        </a:xfrm>
        <a:prstGeom prst="pie">
          <a:avLst>
            <a:gd name="adj1" fmla="val 126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9F8DF-732B-4C58-A4D0-BE4110265200}">
      <dsp:nvSpPr>
        <dsp:cNvPr id="0" name=""/>
        <dsp:cNvSpPr/>
      </dsp:nvSpPr>
      <dsp:spPr>
        <a:xfrm rot="16200000">
          <a:off x="-1081372" y="2945143"/>
          <a:ext cx="2735394" cy="565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2800" kern="1200"/>
        </a:p>
      </dsp:txBody>
      <dsp:txXfrm>
        <a:off x="-1081372" y="2945143"/>
        <a:ext cx="2735394" cy="565943"/>
      </dsp:txXfrm>
    </dsp:sp>
    <dsp:sp modelId="{E44D74B7-F87F-4AB9-B751-5166B3E31A8A}">
      <dsp:nvSpPr>
        <dsp:cNvPr id="0" name=""/>
        <dsp:cNvSpPr/>
      </dsp:nvSpPr>
      <dsp:spPr>
        <a:xfrm>
          <a:off x="663621" y="822854"/>
          <a:ext cx="1886479" cy="377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100" kern="1200"/>
        </a:p>
      </dsp:txBody>
      <dsp:txXfrm>
        <a:off x="663621" y="822854"/>
        <a:ext cx="1886479" cy="3772958"/>
      </dsp:txXfrm>
    </dsp:sp>
    <dsp:sp modelId="{19035449-870A-4166-9287-2A8F95834BA7}">
      <dsp:nvSpPr>
        <dsp:cNvPr id="0" name=""/>
        <dsp:cNvSpPr/>
      </dsp:nvSpPr>
      <dsp:spPr>
        <a:xfrm>
          <a:off x="2790626" y="822854"/>
          <a:ext cx="943239" cy="94323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53018-9B8D-4212-A027-D1D19977E099}">
      <dsp:nvSpPr>
        <dsp:cNvPr id="0" name=""/>
        <dsp:cNvSpPr/>
      </dsp:nvSpPr>
      <dsp:spPr>
        <a:xfrm>
          <a:off x="2884950" y="917178"/>
          <a:ext cx="754591" cy="754591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5D51C-3CB9-4811-9B03-3FF67D16966B}">
      <dsp:nvSpPr>
        <dsp:cNvPr id="0" name=""/>
        <dsp:cNvSpPr/>
      </dsp:nvSpPr>
      <dsp:spPr>
        <a:xfrm rot="16200000">
          <a:off x="1705900" y="2945143"/>
          <a:ext cx="2735394" cy="565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2800" kern="1200"/>
        </a:p>
      </dsp:txBody>
      <dsp:txXfrm>
        <a:off x="1705900" y="2945143"/>
        <a:ext cx="2735394" cy="565943"/>
      </dsp:txXfrm>
    </dsp:sp>
    <dsp:sp modelId="{FDD0CF07-8B6B-4772-A6D8-EC5558D23EDB}">
      <dsp:nvSpPr>
        <dsp:cNvPr id="0" name=""/>
        <dsp:cNvSpPr/>
      </dsp:nvSpPr>
      <dsp:spPr>
        <a:xfrm>
          <a:off x="3450894" y="822854"/>
          <a:ext cx="1886479" cy="377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100" kern="1200"/>
        </a:p>
      </dsp:txBody>
      <dsp:txXfrm>
        <a:off x="3450894" y="822854"/>
        <a:ext cx="1886479" cy="3772958"/>
      </dsp:txXfrm>
    </dsp:sp>
    <dsp:sp modelId="{6B86C1AC-8DFD-421B-8792-E7B122F88849}">
      <dsp:nvSpPr>
        <dsp:cNvPr id="0" name=""/>
        <dsp:cNvSpPr/>
      </dsp:nvSpPr>
      <dsp:spPr>
        <a:xfrm>
          <a:off x="5577899" y="822854"/>
          <a:ext cx="943239" cy="94323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89C3B-1E51-4082-B190-EDE9E6660F8C}">
      <dsp:nvSpPr>
        <dsp:cNvPr id="0" name=""/>
        <dsp:cNvSpPr/>
      </dsp:nvSpPr>
      <dsp:spPr>
        <a:xfrm>
          <a:off x="5672223" y="917178"/>
          <a:ext cx="754591" cy="75459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A9AF2-CB53-4C71-BCA6-E32C7B8FB2D5}">
      <dsp:nvSpPr>
        <dsp:cNvPr id="0" name=""/>
        <dsp:cNvSpPr/>
      </dsp:nvSpPr>
      <dsp:spPr>
        <a:xfrm rot="16200000">
          <a:off x="4493174" y="2945143"/>
          <a:ext cx="2735394" cy="565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2800" kern="1200"/>
        </a:p>
      </dsp:txBody>
      <dsp:txXfrm>
        <a:off x="4493174" y="2945143"/>
        <a:ext cx="2735394" cy="565943"/>
      </dsp:txXfrm>
    </dsp:sp>
    <dsp:sp modelId="{0683F573-8062-4229-BF3A-E122F49B4F3D}">
      <dsp:nvSpPr>
        <dsp:cNvPr id="0" name=""/>
        <dsp:cNvSpPr/>
      </dsp:nvSpPr>
      <dsp:spPr>
        <a:xfrm>
          <a:off x="6238167" y="822854"/>
          <a:ext cx="1886479" cy="377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100" kern="1200"/>
        </a:p>
      </dsp:txBody>
      <dsp:txXfrm>
        <a:off x="6238167" y="822854"/>
        <a:ext cx="1886479" cy="3772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C7335-8A4B-4247-B555-10CEAB6879EF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82F4B-7697-4234-A043-6C7069AC33BD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99541-57C8-4A39-8D37-BC719664D805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0"/>
            <a:gd name="adj2" fmla="val 5400000"/>
            <a:gd name="adj3" fmla="val 464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0132A-ED9B-4FDA-A377-C9E418314B5D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16200000"/>
            <a:gd name="adj2" fmla="val 0"/>
            <a:gd name="adj3" fmla="val 464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D8EB2-50BA-4935-A2FA-1659170276FB}">
      <dsp:nvSpPr>
        <dsp:cNvPr id="0" name=""/>
        <dsp:cNvSpPr/>
      </dsp:nvSpPr>
      <dsp:spPr>
        <a:xfrm>
          <a:off x="3104554" y="1749888"/>
          <a:ext cx="1918890" cy="19188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600" kern="1200" dirty="0"/>
            <a:t>顧客満足度の</a:t>
          </a:r>
          <a:endParaRPr kumimoji="1" lang="en-US" altLang="ja-JP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600" kern="1200" dirty="0"/>
            <a:t>向上</a:t>
          </a:r>
        </a:p>
      </dsp:txBody>
      <dsp:txXfrm>
        <a:off x="3385569" y="2030903"/>
        <a:ext cx="1356860" cy="1356860"/>
      </dsp:txXfrm>
    </dsp:sp>
    <dsp:sp modelId="{73E690B8-8E81-4453-9819-670DD5B65722}">
      <dsp:nvSpPr>
        <dsp:cNvPr id="0" name=""/>
        <dsp:cNvSpPr/>
      </dsp:nvSpPr>
      <dsp:spPr>
        <a:xfrm>
          <a:off x="3392388" y="2458"/>
          <a:ext cx="1343223" cy="134322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500" kern="1200" dirty="0"/>
            <a:t>問い合わせ対応の改善</a:t>
          </a:r>
        </a:p>
      </dsp:txBody>
      <dsp:txXfrm>
        <a:off x="3589098" y="199168"/>
        <a:ext cx="949803" cy="949803"/>
      </dsp:txXfrm>
    </dsp:sp>
    <dsp:sp modelId="{70150BF3-427E-4BD1-8D2B-A87010440070}">
      <dsp:nvSpPr>
        <dsp:cNvPr id="0" name=""/>
        <dsp:cNvSpPr/>
      </dsp:nvSpPr>
      <dsp:spPr>
        <a:xfrm>
          <a:off x="5427651" y="2037721"/>
          <a:ext cx="1343223" cy="134322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5624361" y="2234431"/>
        <a:ext cx="949803" cy="949803"/>
      </dsp:txXfrm>
    </dsp:sp>
    <dsp:sp modelId="{C5F22A93-3FAB-4DDA-BC13-7B5C506BD8F1}">
      <dsp:nvSpPr>
        <dsp:cNvPr id="0" name=""/>
        <dsp:cNvSpPr/>
      </dsp:nvSpPr>
      <dsp:spPr>
        <a:xfrm>
          <a:off x="3392388" y="4072985"/>
          <a:ext cx="1343223" cy="134322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3589098" y="4269695"/>
        <a:ext cx="949803" cy="949803"/>
      </dsp:txXfrm>
    </dsp:sp>
    <dsp:sp modelId="{CDEEAA6C-6463-4761-B920-810A5E35FF59}">
      <dsp:nvSpPr>
        <dsp:cNvPr id="0" name=""/>
        <dsp:cNvSpPr/>
      </dsp:nvSpPr>
      <dsp:spPr>
        <a:xfrm>
          <a:off x="1357124" y="2037721"/>
          <a:ext cx="1343223" cy="134322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 dirty="0"/>
        </a:p>
      </dsp:txBody>
      <dsp:txXfrm>
        <a:off x="1553834" y="2234431"/>
        <a:ext cx="949803" cy="949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E27B2-0733-4A88-B66D-AEF40670D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BABF3B-00B9-1239-BCA1-637AA0DC1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C4A2A9-392B-FEEE-F9AB-99A25CA4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FDE804-4EBF-7BBE-AB25-56087740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B44AB3-E7BE-0925-C61D-E297A630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18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54742-BDB7-E572-DE17-B9E6A40D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74D085-EF04-6E6B-A982-78DCA35A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EDEA92-4F3A-A5DF-0639-8BA25A96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B1EF76-E738-BFFF-DCC3-35FFED48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51F343-197B-126B-024B-8617550A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20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738024-B957-E372-9AFE-93AAA90E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C46E00-AB41-7300-54B4-9110F685D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D0D348-57CF-313C-F7C0-7D7DB6370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6C28AE-2DFC-4FA3-15DB-7B04382D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6728F9-04D2-278F-9D70-1E4DE44E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52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0EF97E-A60A-85D2-54D3-6C21F1D80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F678E9-44A3-FDC8-3DE1-242872494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7B6372-B10A-907C-5C33-223BC6D4B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2EC462-F79A-71F5-D809-98A0E689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F76FB7-FF5B-4E9B-3127-706F9031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F400AC-C48A-8FC8-81E3-37E71322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66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441E86-4CC0-5CB4-20CC-0DAA5D5D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A1BA22-5281-AEB8-6292-A7BD4D6B0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81B389-0B7C-FBA8-7EC8-C02387B46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039A9F-1BD1-4C19-7EFC-259302866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4B7EBA5-C1E3-9E14-BDBC-CCBC7D985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E29587-7B70-EAFB-BF16-0F15A8542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DC5C96-A984-0CE0-C67C-1610975C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0777A5-CEBF-2869-E886-7B93D465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29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F29524-DB02-6CA6-DA84-07AE5A8E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845CFDD-FECD-6FF4-EDFB-178E3E5E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BF6FEE-29EE-00AC-B9CD-969FC0BF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8E7A107-94EA-305E-1D1D-856B3F1B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359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66D5FB-B606-DFA8-17CF-6EB0F733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794E1BA-8C3F-4B7B-F710-945679A4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9D1CE1-2911-7FFE-4562-7CEB19D7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992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2444F9-7BC8-39FF-FBFE-56D08C10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43FC48-A11D-89D3-5F18-2C4C5CFD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D792BE-C7FF-CBA7-16E2-B11621BCF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BFF5D0-8811-60AE-AB7D-61EC10FC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958465-DDF8-A297-1DAA-AA845866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A006D1-8030-78C0-81D3-23DF836E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59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60C6F-76C8-C035-BDCD-DAAD5796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EB83B2-B5CD-4656-F0E6-99598F568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7A9495-55EA-89C9-97CD-B318FD0BF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6EC56D-3ABB-CCA1-C80F-44A93112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197E90-BD07-8F99-AD23-2E058868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FF4E7E-391E-6E70-DE51-C1EB53D5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94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95250C-0A1D-B141-1B1B-9C7EE67F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7A2022-59F2-2EE3-C748-F174B2493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78078C-2F9B-C034-EAA1-DE45392A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E3FDD1-A4B0-1E02-55E8-FCBFAB38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EEBBB2-04BE-6ABB-2150-00E5953C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76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9ECBF52-35C0-F3B5-D53A-DD45609C1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D62D1D-C06C-A622-C9DC-1C472EBE8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3A398A-5644-09DE-4211-73C07250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ECA731-0985-72F0-8815-A2CB7E9B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18A69-D089-B453-1C09-D23FCD65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18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6B1F8D-AFF0-7AD2-1CA5-F1C030A7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58322D-314C-3956-2F95-8635E45E9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6197F5-501D-60A6-FF54-BE3E7ED66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8EC8B-28E3-47A1-A7CD-8D6F633185C4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38B4AC-5253-5317-21E6-7572933B3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B07F46-D6FC-7AB4-9030-3D3DB7198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FC8F5-30CA-4715-A7C2-AB6524A91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09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7299-C5AD-B2C0-E3F8-13B82863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CDD3C0CE-DE47-0F16-6879-D5EBB01B615E}"/>
              </a:ext>
            </a:extLst>
          </p:cNvPr>
          <p:cNvSpPr/>
          <p:nvPr/>
        </p:nvSpPr>
        <p:spPr>
          <a:xfrm>
            <a:off x="5669367" y="719761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7090" tIns="377781" rIns="337090" bIns="377781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1700" kern="120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A5D28A87-8F54-CA32-0994-20FD67215556}"/>
              </a:ext>
            </a:extLst>
          </p:cNvPr>
          <p:cNvSpPr/>
          <p:nvPr/>
        </p:nvSpPr>
        <p:spPr>
          <a:xfrm>
            <a:off x="7469901" y="1121487"/>
            <a:ext cx="2241629" cy="1205177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200" kern="1200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6E97839F-A779-59C7-0EB4-FFC7582B83D1}"/>
              </a:ext>
            </a:extLst>
          </p:cNvPr>
          <p:cNvSpPr/>
          <p:nvPr/>
        </p:nvSpPr>
        <p:spPr>
          <a:xfrm>
            <a:off x="3782060" y="719761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600" kern="1200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80AA29C3-92F7-5E89-18E1-E35F615A7284}"/>
              </a:ext>
            </a:extLst>
          </p:cNvPr>
          <p:cNvSpPr/>
          <p:nvPr/>
        </p:nvSpPr>
        <p:spPr>
          <a:xfrm>
            <a:off x="4722098" y="2424685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7090" tIns="377781" rIns="337090" bIns="377781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1700" kern="120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76A544D4-A39E-C03D-6EEA-70BBA402E7B4}"/>
              </a:ext>
            </a:extLst>
          </p:cNvPr>
          <p:cNvSpPr/>
          <p:nvPr/>
        </p:nvSpPr>
        <p:spPr>
          <a:xfrm>
            <a:off x="2480468" y="2826410"/>
            <a:ext cx="2169318" cy="1205177"/>
          </a:xfrm>
          <a:custGeom>
            <a:avLst/>
            <a:gdLst>
              <a:gd name="connsiteX0" fmla="*/ 0 w 2169318"/>
              <a:gd name="connsiteY0" fmla="*/ 0 h 1205177"/>
              <a:gd name="connsiteX1" fmla="*/ 2169318 w 2169318"/>
              <a:gd name="connsiteY1" fmla="*/ 0 h 1205177"/>
              <a:gd name="connsiteX2" fmla="*/ 2169318 w 2169318"/>
              <a:gd name="connsiteY2" fmla="*/ 1205177 h 1205177"/>
              <a:gd name="connsiteX3" fmla="*/ 0 w 2169318"/>
              <a:gd name="connsiteY3" fmla="*/ 1205177 h 1205177"/>
              <a:gd name="connsiteX4" fmla="*/ 0 w 2169318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9318" h="1205177">
                <a:moveTo>
                  <a:pt x="0" y="0"/>
                </a:moveTo>
                <a:lnTo>
                  <a:pt x="2169318" y="0"/>
                </a:lnTo>
                <a:lnTo>
                  <a:pt x="2169318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marL="0" lvl="0" indent="0" algn="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100" kern="1200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EA169128-2384-C2D2-B470-8D048CDA2959}"/>
              </a:ext>
            </a:extLst>
          </p:cNvPr>
          <p:cNvSpPr/>
          <p:nvPr/>
        </p:nvSpPr>
        <p:spPr>
          <a:xfrm>
            <a:off x="6609405" y="2424685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600" kern="1200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53F109F3-E4CD-A2BF-FABA-2EF6D69723A7}"/>
              </a:ext>
            </a:extLst>
          </p:cNvPr>
          <p:cNvSpPr/>
          <p:nvPr/>
        </p:nvSpPr>
        <p:spPr>
          <a:xfrm>
            <a:off x="5669367" y="4129608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7090" tIns="377781" rIns="337090" bIns="377781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1700" kern="1200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7C7BADDC-6D6A-0349-215B-4319D7E5E39D}"/>
              </a:ext>
            </a:extLst>
          </p:cNvPr>
          <p:cNvSpPr/>
          <p:nvPr/>
        </p:nvSpPr>
        <p:spPr>
          <a:xfrm>
            <a:off x="7469901" y="4531334"/>
            <a:ext cx="2241629" cy="1205177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200" kern="1200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66B53D77-B55E-09FB-7F70-B39B103D736B}"/>
              </a:ext>
            </a:extLst>
          </p:cNvPr>
          <p:cNvSpPr/>
          <p:nvPr/>
        </p:nvSpPr>
        <p:spPr>
          <a:xfrm>
            <a:off x="3782060" y="4129608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600" kern="1200"/>
          </a:p>
        </p:txBody>
      </p:sp>
    </p:spTree>
    <p:extLst>
      <p:ext uri="{BB962C8B-B14F-4D97-AF65-F5344CB8AC3E}">
        <p14:creationId xmlns:p14="http://schemas.microsoft.com/office/powerpoint/2010/main" val="350918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42DA-4E24-873D-ADC9-DB5B06C1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80CEC157-7F69-B9CE-D925-08FF2BF63BA9}"/>
              </a:ext>
            </a:extLst>
          </p:cNvPr>
          <p:cNvSpPr/>
          <p:nvPr/>
        </p:nvSpPr>
        <p:spPr>
          <a:xfrm>
            <a:off x="3253978" y="722311"/>
            <a:ext cx="2706687" cy="1624012"/>
          </a:xfrm>
          <a:custGeom>
            <a:avLst/>
            <a:gdLst>
              <a:gd name="connsiteX0" fmla="*/ 0 w 2706687"/>
              <a:gd name="connsiteY0" fmla="*/ 0 h 1624012"/>
              <a:gd name="connsiteX1" fmla="*/ 2706687 w 2706687"/>
              <a:gd name="connsiteY1" fmla="*/ 0 h 1624012"/>
              <a:gd name="connsiteX2" fmla="*/ 2706687 w 2706687"/>
              <a:gd name="connsiteY2" fmla="*/ 1624012 h 1624012"/>
              <a:gd name="connsiteX3" fmla="*/ 0 w 2706687"/>
              <a:gd name="connsiteY3" fmla="*/ 1624012 h 1624012"/>
              <a:gd name="connsiteX4" fmla="*/ 0 w 2706687"/>
              <a:gd name="connsiteY4" fmla="*/ 0 h 162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687" h="1624012">
                <a:moveTo>
                  <a:pt x="0" y="0"/>
                </a:moveTo>
                <a:lnTo>
                  <a:pt x="2706687" y="0"/>
                </a:lnTo>
                <a:lnTo>
                  <a:pt x="2706687" y="1624012"/>
                </a:lnTo>
                <a:lnTo>
                  <a:pt x="0" y="162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590" tIns="148590" rIns="148590" bIns="148590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900" kern="120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913D247A-D967-7681-3B97-F4AC16233254}"/>
              </a:ext>
            </a:extLst>
          </p:cNvPr>
          <p:cNvSpPr/>
          <p:nvPr/>
        </p:nvSpPr>
        <p:spPr>
          <a:xfrm>
            <a:off x="6231334" y="722311"/>
            <a:ext cx="2706687" cy="1624012"/>
          </a:xfrm>
          <a:custGeom>
            <a:avLst/>
            <a:gdLst>
              <a:gd name="connsiteX0" fmla="*/ 0 w 2706687"/>
              <a:gd name="connsiteY0" fmla="*/ 0 h 1624012"/>
              <a:gd name="connsiteX1" fmla="*/ 2706687 w 2706687"/>
              <a:gd name="connsiteY1" fmla="*/ 0 h 1624012"/>
              <a:gd name="connsiteX2" fmla="*/ 2706687 w 2706687"/>
              <a:gd name="connsiteY2" fmla="*/ 1624012 h 1624012"/>
              <a:gd name="connsiteX3" fmla="*/ 0 w 2706687"/>
              <a:gd name="connsiteY3" fmla="*/ 1624012 h 1624012"/>
              <a:gd name="connsiteX4" fmla="*/ 0 w 2706687"/>
              <a:gd name="connsiteY4" fmla="*/ 0 h 162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687" h="1624012">
                <a:moveTo>
                  <a:pt x="0" y="0"/>
                </a:moveTo>
                <a:lnTo>
                  <a:pt x="2706687" y="0"/>
                </a:lnTo>
                <a:lnTo>
                  <a:pt x="2706687" y="1624012"/>
                </a:lnTo>
                <a:lnTo>
                  <a:pt x="0" y="162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590" tIns="148590" rIns="148590" bIns="148590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900" kern="1200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E0A5B74B-DBF5-099F-2B8A-E463F11255B0}"/>
              </a:ext>
            </a:extLst>
          </p:cNvPr>
          <p:cNvSpPr/>
          <p:nvPr/>
        </p:nvSpPr>
        <p:spPr>
          <a:xfrm>
            <a:off x="3253978" y="2616993"/>
            <a:ext cx="2706687" cy="1624012"/>
          </a:xfrm>
          <a:custGeom>
            <a:avLst/>
            <a:gdLst>
              <a:gd name="connsiteX0" fmla="*/ 0 w 2706687"/>
              <a:gd name="connsiteY0" fmla="*/ 0 h 1624012"/>
              <a:gd name="connsiteX1" fmla="*/ 2706687 w 2706687"/>
              <a:gd name="connsiteY1" fmla="*/ 0 h 1624012"/>
              <a:gd name="connsiteX2" fmla="*/ 2706687 w 2706687"/>
              <a:gd name="connsiteY2" fmla="*/ 1624012 h 1624012"/>
              <a:gd name="connsiteX3" fmla="*/ 0 w 2706687"/>
              <a:gd name="connsiteY3" fmla="*/ 1624012 h 1624012"/>
              <a:gd name="connsiteX4" fmla="*/ 0 w 2706687"/>
              <a:gd name="connsiteY4" fmla="*/ 0 h 162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687" h="1624012">
                <a:moveTo>
                  <a:pt x="0" y="0"/>
                </a:moveTo>
                <a:lnTo>
                  <a:pt x="2706687" y="0"/>
                </a:lnTo>
                <a:lnTo>
                  <a:pt x="2706687" y="1624012"/>
                </a:lnTo>
                <a:lnTo>
                  <a:pt x="0" y="162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590" tIns="148590" rIns="148590" bIns="148590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900" kern="1200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237862F9-5FD3-C644-5468-57CEF7C6181E}"/>
              </a:ext>
            </a:extLst>
          </p:cNvPr>
          <p:cNvSpPr/>
          <p:nvPr/>
        </p:nvSpPr>
        <p:spPr>
          <a:xfrm>
            <a:off x="6231334" y="2616993"/>
            <a:ext cx="2706687" cy="1624012"/>
          </a:xfrm>
          <a:custGeom>
            <a:avLst/>
            <a:gdLst>
              <a:gd name="connsiteX0" fmla="*/ 0 w 2706687"/>
              <a:gd name="connsiteY0" fmla="*/ 0 h 1624012"/>
              <a:gd name="connsiteX1" fmla="*/ 2706687 w 2706687"/>
              <a:gd name="connsiteY1" fmla="*/ 0 h 1624012"/>
              <a:gd name="connsiteX2" fmla="*/ 2706687 w 2706687"/>
              <a:gd name="connsiteY2" fmla="*/ 1624012 h 1624012"/>
              <a:gd name="connsiteX3" fmla="*/ 0 w 2706687"/>
              <a:gd name="connsiteY3" fmla="*/ 1624012 h 1624012"/>
              <a:gd name="connsiteX4" fmla="*/ 0 w 2706687"/>
              <a:gd name="connsiteY4" fmla="*/ 0 h 162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687" h="1624012">
                <a:moveTo>
                  <a:pt x="0" y="0"/>
                </a:moveTo>
                <a:lnTo>
                  <a:pt x="2706687" y="0"/>
                </a:lnTo>
                <a:lnTo>
                  <a:pt x="2706687" y="1624012"/>
                </a:lnTo>
                <a:lnTo>
                  <a:pt x="0" y="162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590" tIns="148590" rIns="148590" bIns="148590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900" kern="1200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25023641-FACC-5BD2-E790-88D6B638060C}"/>
              </a:ext>
            </a:extLst>
          </p:cNvPr>
          <p:cNvSpPr/>
          <p:nvPr/>
        </p:nvSpPr>
        <p:spPr>
          <a:xfrm>
            <a:off x="4742656" y="4511674"/>
            <a:ext cx="2706687" cy="1624012"/>
          </a:xfrm>
          <a:custGeom>
            <a:avLst/>
            <a:gdLst>
              <a:gd name="connsiteX0" fmla="*/ 0 w 2706687"/>
              <a:gd name="connsiteY0" fmla="*/ 0 h 1624012"/>
              <a:gd name="connsiteX1" fmla="*/ 2706687 w 2706687"/>
              <a:gd name="connsiteY1" fmla="*/ 0 h 1624012"/>
              <a:gd name="connsiteX2" fmla="*/ 2706687 w 2706687"/>
              <a:gd name="connsiteY2" fmla="*/ 1624012 h 1624012"/>
              <a:gd name="connsiteX3" fmla="*/ 0 w 2706687"/>
              <a:gd name="connsiteY3" fmla="*/ 1624012 h 1624012"/>
              <a:gd name="connsiteX4" fmla="*/ 0 w 2706687"/>
              <a:gd name="connsiteY4" fmla="*/ 0 h 162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687" h="1624012">
                <a:moveTo>
                  <a:pt x="0" y="0"/>
                </a:moveTo>
                <a:lnTo>
                  <a:pt x="2706687" y="0"/>
                </a:lnTo>
                <a:lnTo>
                  <a:pt x="2706687" y="1624012"/>
                </a:lnTo>
                <a:lnTo>
                  <a:pt x="0" y="162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590" tIns="148590" rIns="148590" bIns="148590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kumimoji="1" lang="ja-JP" altLang="en-US" sz="3900" kern="1200"/>
          </a:p>
        </p:txBody>
      </p:sp>
    </p:spTree>
    <p:extLst>
      <p:ext uri="{BB962C8B-B14F-4D97-AF65-F5344CB8AC3E}">
        <p14:creationId xmlns:p14="http://schemas.microsoft.com/office/powerpoint/2010/main" val="172331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8E894DFB-8345-59F5-FD38-A49988BA6A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0281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1593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703C988F-1881-4086-6877-F64C39BF6C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83642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90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45D02-917B-F264-939B-B46EE496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96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B6463-6ADF-FFA3-B870-F3F235399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5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81CC-FEA0-5C49-94CE-C744EAC7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80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AE5E-1348-69DD-572B-A0146B7B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6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2208B-EC4E-6F16-547B-4B09115B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302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6891-52B7-492B-9CC4-95CF877E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510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DC7B-814A-6639-8D6C-56A8809B1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502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70878-91C2-6071-8489-80B44C25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33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426F3-4076-EBE3-C3B6-F408C34B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81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</Words>
  <Application>Microsoft Office PowerPoint</Application>
  <PresentationFormat>ワイド画面</PresentationFormat>
  <Paragraphs>3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祐太 坂本</dc:creator>
  <cp:lastModifiedBy>祐太 坂本</cp:lastModifiedBy>
  <cp:revision>1</cp:revision>
  <dcterms:created xsi:type="dcterms:W3CDTF">2026-05-20T16:37:49Z</dcterms:created>
  <dcterms:modified xsi:type="dcterms:W3CDTF">2026-05-20T18:34:31Z</dcterms:modified>
</cp:coreProperties>
</file>